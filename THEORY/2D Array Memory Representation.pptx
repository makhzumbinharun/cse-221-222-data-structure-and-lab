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E11C2-4135-401F-9B00-32F9A260AE82}" v="8" dt="2026-06-22T19:34:13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orshi Bhattacharya" userId="4d20ab4b240bb920" providerId="LiveId" clId="{23C1927D-6E7F-4971-816C-29AAFA7007EE}"/>
    <pc:docChg chg="undo redo custSel addSld delSld modSld sldOrd">
      <pc:chgData name="Rajorshi Bhattacharya" userId="4d20ab4b240bb920" providerId="LiveId" clId="{23C1927D-6E7F-4971-816C-29AAFA7007EE}" dt="2026-06-22T19:35:57.986" v="307" actId="47"/>
      <pc:docMkLst>
        <pc:docMk/>
      </pc:docMkLst>
      <pc:sldChg chg="modSp new mod">
        <pc:chgData name="Rajorshi Bhattacharya" userId="4d20ab4b240bb920" providerId="LiveId" clId="{23C1927D-6E7F-4971-816C-29AAFA7007EE}" dt="2026-06-22T19:10:12.424" v="21"/>
        <pc:sldMkLst>
          <pc:docMk/>
          <pc:sldMk cId="4055021475" sldId="256"/>
        </pc:sldMkLst>
        <pc:spChg chg="mod">
          <ac:chgData name="Rajorshi Bhattacharya" userId="4d20ab4b240bb920" providerId="LiveId" clId="{23C1927D-6E7F-4971-816C-29AAFA7007EE}" dt="2026-06-22T19:10:05.236" v="20" actId="20577"/>
          <ac:spMkLst>
            <pc:docMk/>
            <pc:sldMk cId="4055021475" sldId="256"/>
            <ac:spMk id="2" creationId="{FA8BF741-D43C-606C-5757-F8BEEAD28BED}"/>
          </ac:spMkLst>
        </pc:spChg>
        <pc:spChg chg="mod">
          <ac:chgData name="Rajorshi Bhattacharya" userId="4d20ab4b240bb920" providerId="LiveId" clId="{23C1927D-6E7F-4971-816C-29AAFA7007EE}" dt="2026-06-22T19:10:12.424" v="21"/>
          <ac:spMkLst>
            <pc:docMk/>
            <pc:sldMk cId="4055021475" sldId="256"/>
            <ac:spMk id="3" creationId="{CCB74CD9-DE03-CBFA-3B79-6CD0C574A309}"/>
          </ac:spMkLst>
        </pc:spChg>
      </pc:sldChg>
      <pc:sldChg chg="addSp delSp modSp new mod setBg">
        <pc:chgData name="Rajorshi Bhattacharya" userId="4d20ab4b240bb920" providerId="LiveId" clId="{23C1927D-6E7F-4971-816C-29AAFA7007EE}" dt="2026-06-22T19:12:48.736" v="51" actId="26606"/>
        <pc:sldMkLst>
          <pc:docMk/>
          <pc:sldMk cId="4016411581" sldId="257"/>
        </pc:sldMkLst>
        <pc:spChg chg="add del">
          <ac:chgData name="Rajorshi Bhattacharya" userId="4d20ab4b240bb920" providerId="LiveId" clId="{23C1927D-6E7F-4971-816C-29AAFA7007EE}" dt="2026-06-22T19:11:09.549" v="30" actId="26606"/>
          <ac:spMkLst>
            <pc:docMk/>
            <pc:sldMk cId="4016411581" sldId="257"/>
            <ac:spMk id="2" creationId="{2A3FCC43-CA81-8318-C5A6-7C426F78B8C4}"/>
          </ac:spMkLst>
        </pc:spChg>
        <pc:spChg chg="del mod">
          <ac:chgData name="Rajorshi Bhattacharya" userId="4d20ab4b240bb920" providerId="LiveId" clId="{23C1927D-6E7F-4971-816C-29AAFA7007EE}" dt="2026-06-22T19:10:48.830" v="25"/>
          <ac:spMkLst>
            <pc:docMk/>
            <pc:sldMk cId="4016411581" sldId="257"/>
            <ac:spMk id="3" creationId="{5A826F27-8BC6-82B6-5AD9-586B6970EC90}"/>
          </ac:spMkLst>
        </pc:spChg>
        <pc:spChg chg="add del">
          <ac:chgData name="Rajorshi Bhattacharya" userId="4d20ab4b240bb920" providerId="LiveId" clId="{23C1927D-6E7F-4971-816C-29AAFA7007EE}" dt="2026-06-22T19:10:59.111" v="27" actId="26606"/>
          <ac:spMkLst>
            <pc:docMk/>
            <pc:sldMk cId="4016411581" sldId="257"/>
            <ac:spMk id="10" creationId="{42A4FC2C-047E-45A5-965D-8E1E3BF09BC6}"/>
          </ac:spMkLst>
        </pc:spChg>
        <pc:spChg chg="add del">
          <ac:chgData name="Rajorshi Bhattacharya" userId="4d20ab4b240bb920" providerId="LiveId" clId="{23C1927D-6E7F-4971-816C-29AAFA7007EE}" dt="2026-06-22T19:11:09.549" v="29" actId="26606"/>
          <ac:spMkLst>
            <pc:docMk/>
            <pc:sldMk cId="4016411581" sldId="257"/>
            <ac:spMk id="12" creationId="{1C897582-CB19-41B5-9426-8BD7BD008256}"/>
          </ac:spMkLst>
        </pc:spChg>
        <pc:spChg chg="add del">
          <ac:chgData name="Rajorshi Bhattacharya" userId="4d20ab4b240bb920" providerId="LiveId" clId="{23C1927D-6E7F-4971-816C-29AAFA7007EE}" dt="2026-06-22T19:11:09.549" v="29" actId="26606"/>
          <ac:spMkLst>
            <pc:docMk/>
            <pc:sldMk cId="4016411581" sldId="257"/>
            <ac:spMk id="13" creationId="{C3862298-AF85-4572-BED3-52E573EBD410}"/>
          </ac:spMkLst>
        </pc:spChg>
        <pc:spChg chg="add del">
          <ac:chgData name="Rajorshi Bhattacharya" userId="4d20ab4b240bb920" providerId="LiveId" clId="{23C1927D-6E7F-4971-816C-29AAFA7007EE}" dt="2026-06-22T19:11:09.549" v="29" actId="26606"/>
          <ac:spMkLst>
            <pc:docMk/>
            <pc:sldMk cId="4016411581" sldId="257"/>
            <ac:spMk id="14" creationId="{0E7066FC-B004-4B5A-B02B-599B51EF3221}"/>
          </ac:spMkLst>
        </pc:spChg>
        <pc:spChg chg="add del">
          <ac:chgData name="Rajorshi Bhattacharya" userId="4d20ab4b240bb920" providerId="LiveId" clId="{23C1927D-6E7F-4971-816C-29AAFA7007EE}" dt="2026-06-22T19:12:48.736" v="51" actId="26606"/>
          <ac:spMkLst>
            <pc:docMk/>
            <pc:sldMk cId="4016411581" sldId="257"/>
            <ac:spMk id="16" creationId="{42A4FC2C-047E-45A5-965D-8E1E3BF09BC6}"/>
          </ac:spMkLst>
        </pc:spChg>
        <pc:spChg chg="add">
          <ac:chgData name="Rajorshi Bhattacharya" userId="4d20ab4b240bb920" providerId="LiveId" clId="{23C1927D-6E7F-4971-816C-29AAFA7007EE}" dt="2026-06-22T19:12:48.736" v="51" actId="26606"/>
          <ac:spMkLst>
            <pc:docMk/>
            <pc:sldMk cId="4016411581" sldId="257"/>
            <ac:spMk id="21" creationId="{AB8C311F-7253-4AED-9701-7FC0708C41C7}"/>
          </ac:spMkLst>
        </pc:spChg>
        <pc:spChg chg="add">
          <ac:chgData name="Rajorshi Bhattacharya" userId="4d20ab4b240bb920" providerId="LiveId" clId="{23C1927D-6E7F-4971-816C-29AAFA7007EE}" dt="2026-06-22T19:12:48.736" v="51" actId="26606"/>
          <ac:spMkLst>
            <pc:docMk/>
            <pc:sldMk cId="4016411581" sldId="257"/>
            <ac:spMk id="23" creationId="{E2384209-CB15-4CDF-9D31-C44FD9A3F20D}"/>
          </ac:spMkLst>
        </pc:spChg>
        <pc:spChg chg="add">
          <ac:chgData name="Rajorshi Bhattacharya" userId="4d20ab4b240bb920" providerId="LiveId" clId="{23C1927D-6E7F-4971-816C-29AAFA7007EE}" dt="2026-06-22T19:12:48.736" v="51" actId="26606"/>
          <ac:spMkLst>
            <pc:docMk/>
            <pc:sldMk cId="4016411581" sldId="257"/>
            <ac:spMk id="25" creationId="{2633B3B5-CC90-43F0-8714-D31D1F3F0209}"/>
          </ac:spMkLst>
        </pc:spChg>
        <pc:spChg chg="add">
          <ac:chgData name="Rajorshi Bhattacharya" userId="4d20ab4b240bb920" providerId="LiveId" clId="{23C1927D-6E7F-4971-816C-29AAFA7007EE}" dt="2026-06-22T19:12:48.736" v="51" actId="26606"/>
          <ac:spMkLst>
            <pc:docMk/>
            <pc:sldMk cId="4016411581" sldId="257"/>
            <ac:spMk id="27" creationId="{A8D57A06-A426-446D-B02C-A2DC6B62E45E}"/>
          </ac:spMkLst>
        </pc:spChg>
        <pc:picChg chg="add mod ord">
          <ac:chgData name="Rajorshi Bhattacharya" userId="4d20ab4b240bb920" providerId="LiveId" clId="{23C1927D-6E7F-4971-816C-29AAFA7007EE}" dt="2026-06-22T19:12:48.736" v="51" actId="26606"/>
          <ac:picMkLst>
            <pc:docMk/>
            <pc:sldMk cId="4016411581" sldId="257"/>
            <ac:picMk id="5" creationId="{FDCADF2E-35AE-4B15-9B96-45D59D13F381}"/>
          </ac:picMkLst>
        </pc:picChg>
      </pc:sldChg>
      <pc:sldChg chg="addSp delSp modSp new mod setBg">
        <pc:chgData name="Rajorshi Bhattacharya" userId="4d20ab4b240bb920" providerId="LiveId" clId="{23C1927D-6E7F-4971-816C-29AAFA7007EE}" dt="2026-06-22T19:13:17.236" v="53" actId="26606"/>
        <pc:sldMkLst>
          <pc:docMk/>
          <pc:sldMk cId="1008213969" sldId="258"/>
        </pc:sldMkLst>
        <pc:spChg chg="add del">
          <ac:chgData name="Rajorshi Bhattacharya" userId="4d20ab4b240bb920" providerId="LiveId" clId="{23C1927D-6E7F-4971-816C-29AAFA7007EE}" dt="2026-06-22T19:11:39.140" v="38" actId="26606"/>
          <ac:spMkLst>
            <pc:docMk/>
            <pc:sldMk cId="1008213969" sldId="258"/>
            <ac:spMk id="2" creationId="{1CE5F521-8D9E-0562-76D0-58C6F3A4E100}"/>
          </ac:spMkLst>
        </pc:spChg>
        <pc:spChg chg="del">
          <ac:chgData name="Rajorshi Bhattacharya" userId="4d20ab4b240bb920" providerId="LiveId" clId="{23C1927D-6E7F-4971-816C-29AAFA7007EE}" dt="2026-06-22T19:11:29.908" v="33"/>
          <ac:spMkLst>
            <pc:docMk/>
            <pc:sldMk cId="1008213969" sldId="258"/>
            <ac:spMk id="3" creationId="{78B38C57-EF91-BC84-9B40-D48D587C30C6}"/>
          </ac:spMkLst>
        </pc:spChg>
        <pc:spChg chg="add del">
          <ac:chgData name="Rajorshi Bhattacharya" userId="4d20ab4b240bb920" providerId="LiveId" clId="{23C1927D-6E7F-4971-816C-29AAFA7007EE}" dt="2026-06-22T19:13:07.440" v="52" actId="26606"/>
          <ac:spMkLst>
            <pc:docMk/>
            <pc:sldMk cId="1008213969" sldId="258"/>
            <ac:spMk id="7" creationId="{42A4FC2C-047E-45A5-965D-8E1E3BF09BC6}"/>
          </ac:spMkLst>
        </pc:spChg>
        <pc:spChg chg="add del">
          <ac:chgData name="Rajorshi Bhattacharya" userId="4d20ab4b240bb920" providerId="LiveId" clId="{23C1927D-6E7F-4971-816C-29AAFA7007EE}" dt="2026-06-22T19:11:37.172" v="35" actId="26606"/>
          <ac:spMkLst>
            <pc:docMk/>
            <pc:sldMk cId="1008213969" sldId="258"/>
            <ac:spMk id="10" creationId="{42A4FC2C-047E-45A5-965D-8E1E3BF09BC6}"/>
          </ac:spMkLst>
        </pc:spChg>
        <pc:spChg chg="add del">
          <ac:chgData name="Rajorshi Bhattacharya" userId="4d20ab4b240bb920" providerId="LiveId" clId="{23C1927D-6E7F-4971-816C-29AAFA7007EE}" dt="2026-06-22T19:13:17.236" v="53" actId="26606"/>
          <ac:spMkLst>
            <pc:docMk/>
            <pc:sldMk cId="1008213969" sldId="258"/>
            <ac:spMk id="12" creationId="{AB8C311F-7253-4AED-9701-7FC0708C41C7}"/>
          </ac:spMkLst>
        </pc:spChg>
        <pc:spChg chg="add del">
          <ac:chgData name="Rajorshi Bhattacharya" userId="4d20ab4b240bb920" providerId="LiveId" clId="{23C1927D-6E7F-4971-816C-29AAFA7007EE}" dt="2026-06-22T19:13:17.236" v="53" actId="26606"/>
          <ac:spMkLst>
            <pc:docMk/>
            <pc:sldMk cId="1008213969" sldId="258"/>
            <ac:spMk id="14" creationId="{E2384209-CB15-4CDF-9D31-C44FD9A3F20D}"/>
          </ac:spMkLst>
        </pc:spChg>
        <pc:spChg chg="add del">
          <ac:chgData name="Rajorshi Bhattacharya" userId="4d20ab4b240bb920" providerId="LiveId" clId="{23C1927D-6E7F-4971-816C-29AAFA7007EE}" dt="2026-06-22T19:13:17.236" v="53" actId="26606"/>
          <ac:spMkLst>
            <pc:docMk/>
            <pc:sldMk cId="1008213969" sldId="258"/>
            <ac:spMk id="16" creationId="{2633B3B5-CC90-43F0-8714-D31D1F3F0209}"/>
          </ac:spMkLst>
        </pc:spChg>
        <pc:spChg chg="add del">
          <ac:chgData name="Rajorshi Bhattacharya" userId="4d20ab4b240bb920" providerId="LiveId" clId="{23C1927D-6E7F-4971-816C-29AAFA7007EE}" dt="2026-06-22T19:13:17.236" v="53" actId="26606"/>
          <ac:spMkLst>
            <pc:docMk/>
            <pc:sldMk cId="1008213969" sldId="258"/>
            <ac:spMk id="18" creationId="{A8D57A06-A426-446D-B02C-A2DC6B62E45E}"/>
          </ac:spMkLst>
        </pc:spChg>
        <pc:spChg chg="add">
          <ac:chgData name="Rajorshi Bhattacharya" userId="4d20ab4b240bb920" providerId="LiveId" clId="{23C1927D-6E7F-4971-816C-29AAFA7007EE}" dt="2026-06-22T19:13:17.236" v="53" actId="26606"/>
          <ac:spMkLst>
            <pc:docMk/>
            <pc:sldMk cId="1008213969" sldId="258"/>
            <ac:spMk id="23" creationId="{32BC26D8-82FB-445E-AA49-62A77D7C1EE0}"/>
          </ac:spMkLst>
        </pc:spChg>
        <pc:spChg chg="add">
          <ac:chgData name="Rajorshi Bhattacharya" userId="4d20ab4b240bb920" providerId="LiveId" clId="{23C1927D-6E7F-4971-816C-29AAFA7007EE}" dt="2026-06-22T19:13:17.236" v="53" actId="26606"/>
          <ac:spMkLst>
            <pc:docMk/>
            <pc:sldMk cId="1008213969" sldId="258"/>
            <ac:spMk id="25" creationId="{CB44330D-EA18-4254-AA95-EB49948539B8}"/>
          </ac:spMkLst>
        </pc:spChg>
        <pc:picChg chg="add mod ord">
          <ac:chgData name="Rajorshi Bhattacharya" userId="4d20ab4b240bb920" providerId="LiveId" clId="{23C1927D-6E7F-4971-816C-29AAFA7007EE}" dt="2026-06-22T19:13:17.236" v="53" actId="26606"/>
          <ac:picMkLst>
            <pc:docMk/>
            <pc:sldMk cId="1008213969" sldId="258"/>
            <ac:picMk id="5" creationId="{C8B2E2AE-0596-7529-7626-E83A19688C79}"/>
          </ac:picMkLst>
        </pc:picChg>
      </pc:sldChg>
      <pc:sldChg chg="addSp delSp modSp new mod setBg">
        <pc:chgData name="Rajorshi Bhattacharya" userId="4d20ab4b240bb920" providerId="LiveId" clId="{23C1927D-6E7F-4971-816C-29AAFA7007EE}" dt="2026-06-22T19:13:34.752" v="56" actId="26606"/>
        <pc:sldMkLst>
          <pc:docMk/>
          <pc:sldMk cId="2459190525" sldId="259"/>
        </pc:sldMkLst>
        <pc:spChg chg="del">
          <ac:chgData name="Rajorshi Bhattacharya" userId="4d20ab4b240bb920" providerId="LiveId" clId="{23C1927D-6E7F-4971-816C-29AAFA7007EE}" dt="2026-06-22T19:11:57.033" v="42" actId="26606"/>
          <ac:spMkLst>
            <pc:docMk/>
            <pc:sldMk cId="2459190525" sldId="259"/>
            <ac:spMk id="2" creationId="{9301BACC-F003-9778-4F85-D1E5DFCC305C}"/>
          </ac:spMkLst>
        </pc:spChg>
        <pc:spChg chg="del">
          <ac:chgData name="Rajorshi Bhattacharya" userId="4d20ab4b240bb920" providerId="LiveId" clId="{23C1927D-6E7F-4971-816C-29AAFA7007EE}" dt="2026-06-22T19:11:55.174" v="41"/>
          <ac:spMkLst>
            <pc:docMk/>
            <pc:sldMk cId="2459190525" sldId="259"/>
            <ac:spMk id="3" creationId="{A3E10692-DE73-A317-BF2E-7392C47E8E2B}"/>
          </ac:spMkLst>
        </pc:spChg>
        <pc:spChg chg="add del">
          <ac:chgData name="Rajorshi Bhattacharya" userId="4d20ab4b240bb920" providerId="LiveId" clId="{23C1927D-6E7F-4971-816C-29AAFA7007EE}" dt="2026-06-22T19:13:34.752" v="56" actId="26606"/>
          <ac:spMkLst>
            <pc:docMk/>
            <pc:sldMk cId="2459190525" sldId="259"/>
            <ac:spMk id="10" creationId="{42A4FC2C-047E-45A5-965D-8E1E3BF09BC6}"/>
          </ac:spMkLst>
        </pc:spChg>
        <pc:spChg chg="add del">
          <ac:chgData name="Rajorshi Bhattacharya" userId="4d20ab4b240bb920" providerId="LiveId" clId="{23C1927D-6E7F-4971-816C-29AAFA7007EE}" dt="2026-06-22T19:13:34.752" v="56" actId="26606"/>
          <ac:spMkLst>
            <pc:docMk/>
            <pc:sldMk cId="2459190525" sldId="259"/>
            <ac:spMk id="15" creationId="{AB8C311F-7253-4AED-9701-7FC0708C41C7}"/>
          </ac:spMkLst>
        </pc:spChg>
        <pc:spChg chg="add del">
          <ac:chgData name="Rajorshi Bhattacharya" userId="4d20ab4b240bb920" providerId="LiveId" clId="{23C1927D-6E7F-4971-816C-29AAFA7007EE}" dt="2026-06-22T19:13:34.752" v="56" actId="26606"/>
          <ac:spMkLst>
            <pc:docMk/>
            <pc:sldMk cId="2459190525" sldId="259"/>
            <ac:spMk id="17" creationId="{E2384209-CB15-4CDF-9D31-C44FD9A3F20D}"/>
          </ac:spMkLst>
        </pc:spChg>
        <pc:spChg chg="add del">
          <ac:chgData name="Rajorshi Bhattacharya" userId="4d20ab4b240bb920" providerId="LiveId" clId="{23C1927D-6E7F-4971-816C-29AAFA7007EE}" dt="2026-06-22T19:13:34.752" v="56" actId="26606"/>
          <ac:spMkLst>
            <pc:docMk/>
            <pc:sldMk cId="2459190525" sldId="259"/>
            <ac:spMk id="19" creationId="{2633B3B5-CC90-43F0-8714-D31D1F3F0209}"/>
          </ac:spMkLst>
        </pc:spChg>
        <pc:spChg chg="add del">
          <ac:chgData name="Rajorshi Bhattacharya" userId="4d20ab4b240bb920" providerId="LiveId" clId="{23C1927D-6E7F-4971-816C-29AAFA7007EE}" dt="2026-06-22T19:13:34.752" v="56" actId="26606"/>
          <ac:spMkLst>
            <pc:docMk/>
            <pc:sldMk cId="2459190525" sldId="259"/>
            <ac:spMk id="21" creationId="{A8D57A06-A426-446D-B02C-A2DC6B62E45E}"/>
          </ac:spMkLst>
        </pc:spChg>
        <pc:picChg chg="add mod ord">
          <ac:chgData name="Rajorshi Bhattacharya" userId="4d20ab4b240bb920" providerId="LiveId" clId="{23C1927D-6E7F-4971-816C-29AAFA7007EE}" dt="2026-06-22T19:13:34.752" v="56" actId="26606"/>
          <ac:picMkLst>
            <pc:docMk/>
            <pc:sldMk cId="2459190525" sldId="259"/>
            <ac:picMk id="5" creationId="{D6A68C43-69EE-EEA6-51B5-B388F122C265}"/>
          </ac:picMkLst>
        </pc:picChg>
      </pc:sldChg>
      <pc:sldChg chg="addSp delSp modSp new mod setBg">
        <pc:chgData name="Rajorshi Bhattacharya" userId="4d20ab4b240bb920" providerId="LiveId" clId="{23C1927D-6E7F-4971-816C-29AAFA7007EE}" dt="2026-06-22T19:13:46.612" v="57" actId="26606"/>
        <pc:sldMkLst>
          <pc:docMk/>
          <pc:sldMk cId="1883345386" sldId="260"/>
        </pc:sldMkLst>
        <pc:spChg chg="del">
          <ac:chgData name="Rajorshi Bhattacharya" userId="4d20ab4b240bb920" providerId="LiveId" clId="{23C1927D-6E7F-4971-816C-29AAFA7007EE}" dt="2026-06-22T19:12:10.236" v="46" actId="26606"/>
          <ac:spMkLst>
            <pc:docMk/>
            <pc:sldMk cId="1883345386" sldId="260"/>
            <ac:spMk id="2" creationId="{A23B2F43-91AA-5D8A-550C-9366FC529D03}"/>
          </ac:spMkLst>
        </pc:spChg>
        <pc:spChg chg="del">
          <ac:chgData name="Rajorshi Bhattacharya" userId="4d20ab4b240bb920" providerId="LiveId" clId="{23C1927D-6E7F-4971-816C-29AAFA7007EE}" dt="2026-06-22T19:12:08.408" v="45"/>
          <ac:spMkLst>
            <pc:docMk/>
            <pc:sldMk cId="1883345386" sldId="260"/>
            <ac:spMk id="3" creationId="{37974AB3-E2B4-5E98-BCD3-8BB7E912389C}"/>
          </ac:spMkLst>
        </pc:spChg>
        <pc:spChg chg="add del">
          <ac:chgData name="Rajorshi Bhattacharya" userId="4d20ab4b240bb920" providerId="LiveId" clId="{23C1927D-6E7F-4971-816C-29AAFA7007EE}" dt="2026-06-22T19:13:46.612" v="57" actId="26606"/>
          <ac:spMkLst>
            <pc:docMk/>
            <pc:sldMk cId="1883345386" sldId="260"/>
            <ac:spMk id="10" creationId="{42A4FC2C-047E-45A5-965D-8E1E3BF09BC6}"/>
          </ac:spMkLst>
        </pc:spChg>
        <pc:spChg chg="add">
          <ac:chgData name="Rajorshi Bhattacharya" userId="4d20ab4b240bb920" providerId="LiveId" clId="{23C1927D-6E7F-4971-816C-29AAFA7007EE}" dt="2026-06-22T19:13:46.612" v="57" actId="26606"/>
          <ac:spMkLst>
            <pc:docMk/>
            <pc:sldMk cId="1883345386" sldId="260"/>
            <ac:spMk id="15" creationId="{AB8C311F-7253-4AED-9701-7FC0708C41C7}"/>
          </ac:spMkLst>
        </pc:spChg>
        <pc:spChg chg="add">
          <ac:chgData name="Rajorshi Bhattacharya" userId="4d20ab4b240bb920" providerId="LiveId" clId="{23C1927D-6E7F-4971-816C-29AAFA7007EE}" dt="2026-06-22T19:13:46.612" v="57" actId="26606"/>
          <ac:spMkLst>
            <pc:docMk/>
            <pc:sldMk cId="1883345386" sldId="260"/>
            <ac:spMk id="17" creationId="{E2384209-CB15-4CDF-9D31-C44FD9A3F20D}"/>
          </ac:spMkLst>
        </pc:spChg>
        <pc:spChg chg="add">
          <ac:chgData name="Rajorshi Bhattacharya" userId="4d20ab4b240bb920" providerId="LiveId" clId="{23C1927D-6E7F-4971-816C-29AAFA7007EE}" dt="2026-06-22T19:13:46.612" v="57" actId="26606"/>
          <ac:spMkLst>
            <pc:docMk/>
            <pc:sldMk cId="1883345386" sldId="260"/>
            <ac:spMk id="19" creationId="{2633B3B5-CC90-43F0-8714-D31D1F3F0209}"/>
          </ac:spMkLst>
        </pc:spChg>
        <pc:spChg chg="add">
          <ac:chgData name="Rajorshi Bhattacharya" userId="4d20ab4b240bb920" providerId="LiveId" clId="{23C1927D-6E7F-4971-816C-29AAFA7007EE}" dt="2026-06-22T19:13:46.612" v="57" actId="26606"/>
          <ac:spMkLst>
            <pc:docMk/>
            <pc:sldMk cId="1883345386" sldId="260"/>
            <ac:spMk id="21" creationId="{A8D57A06-A426-446D-B02C-A2DC6B62E45E}"/>
          </ac:spMkLst>
        </pc:spChg>
        <pc:picChg chg="add mod ord">
          <ac:chgData name="Rajorshi Bhattacharya" userId="4d20ab4b240bb920" providerId="LiveId" clId="{23C1927D-6E7F-4971-816C-29AAFA7007EE}" dt="2026-06-22T19:13:46.612" v="57" actId="26606"/>
          <ac:picMkLst>
            <pc:docMk/>
            <pc:sldMk cId="1883345386" sldId="260"/>
            <ac:picMk id="5" creationId="{8F2CD84A-F2EC-1704-AA18-EC4BA2916334}"/>
          </ac:picMkLst>
        </pc:picChg>
      </pc:sldChg>
      <pc:sldChg chg="addSp delSp modSp new mod setBg">
        <pc:chgData name="Rajorshi Bhattacharya" userId="4d20ab4b240bb920" providerId="LiveId" clId="{23C1927D-6E7F-4971-816C-29AAFA7007EE}" dt="2026-06-22T19:13:50.893" v="58" actId="26606"/>
        <pc:sldMkLst>
          <pc:docMk/>
          <pc:sldMk cId="1519126828" sldId="261"/>
        </pc:sldMkLst>
        <pc:spChg chg="del">
          <ac:chgData name="Rajorshi Bhattacharya" userId="4d20ab4b240bb920" providerId="LiveId" clId="{23C1927D-6E7F-4971-816C-29AAFA7007EE}" dt="2026-06-22T19:12:29.002" v="50" actId="26606"/>
          <ac:spMkLst>
            <pc:docMk/>
            <pc:sldMk cId="1519126828" sldId="261"/>
            <ac:spMk id="2" creationId="{C1FAF9A6-969C-7A2A-8267-B2F08624F2C7}"/>
          </ac:spMkLst>
        </pc:spChg>
        <pc:spChg chg="del">
          <ac:chgData name="Rajorshi Bhattacharya" userId="4d20ab4b240bb920" providerId="LiveId" clId="{23C1927D-6E7F-4971-816C-29AAFA7007EE}" dt="2026-06-22T19:12:26.768" v="49"/>
          <ac:spMkLst>
            <pc:docMk/>
            <pc:sldMk cId="1519126828" sldId="261"/>
            <ac:spMk id="3" creationId="{1AB7D3EC-DBB6-5A2E-66AC-EA94C307264F}"/>
          </ac:spMkLst>
        </pc:spChg>
        <pc:spChg chg="add del">
          <ac:chgData name="Rajorshi Bhattacharya" userId="4d20ab4b240bb920" providerId="LiveId" clId="{23C1927D-6E7F-4971-816C-29AAFA7007EE}" dt="2026-06-22T19:13:50.893" v="58" actId="26606"/>
          <ac:spMkLst>
            <pc:docMk/>
            <pc:sldMk cId="1519126828" sldId="261"/>
            <ac:spMk id="10" creationId="{42A4FC2C-047E-45A5-965D-8E1E3BF09BC6}"/>
          </ac:spMkLst>
        </pc:spChg>
        <pc:spChg chg="add">
          <ac:chgData name="Rajorshi Bhattacharya" userId="4d20ab4b240bb920" providerId="LiveId" clId="{23C1927D-6E7F-4971-816C-29AAFA7007EE}" dt="2026-06-22T19:13:50.893" v="58" actId="26606"/>
          <ac:spMkLst>
            <pc:docMk/>
            <pc:sldMk cId="1519126828" sldId="261"/>
            <ac:spMk id="15" creationId="{AB8C311F-7253-4AED-9701-7FC0708C41C7}"/>
          </ac:spMkLst>
        </pc:spChg>
        <pc:spChg chg="add">
          <ac:chgData name="Rajorshi Bhattacharya" userId="4d20ab4b240bb920" providerId="LiveId" clId="{23C1927D-6E7F-4971-816C-29AAFA7007EE}" dt="2026-06-22T19:13:50.893" v="58" actId="26606"/>
          <ac:spMkLst>
            <pc:docMk/>
            <pc:sldMk cId="1519126828" sldId="261"/>
            <ac:spMk id="17" creationId="{E2384209-CB15-4CDF-9D31-C44FD9A3F20D}"/>
          </ac:spMkLst>
        </pc:spChg>
        <pc:spChg chg="add">
          <ac:chgData name="Rajorshi Bhattacharya" userId="4d20ab4b240bb920" providerId="LiveId" clId="{23C1927D-6E7F-4971-816C-29AAFA7007EE}" dt="2026-06-22T19:13:50.893" v="58" actId="26606"/>
          <ac:spMkLst>
            <pc:docMk/>
            <pc:sldMk cId="1519126828" sldId="261"/>
            <ac:spMk id="19" creationId="{2633B3B5-CC90-43F0-8714-D31D1F3F0209}"/>
          </ac:spMkLst>
        </pc:spChg>
        <pc:spChg chg="add">
          <ac:chgData name="Rajorshi Bhattacharya" userId="4d20ab4b240bb920" providerId="LiveId" clId="{23C1927D-6E7F-4971-816C-29AAFA7007EE}" dt="2026-06-22T19:13:50.893" v="58" actId="26606"/>
          <ac:spMkLst>
            <pc:docMk/>
            <pc:sldMk cId="1519126828" sldId="261"/>
            <ac:spMk id="21" creationId="{A8D57A06-A426-446D-B02C-A2DC6B62E45E}"/>
          </ac:spMkLst>
        </pc:spChg>
        <pc:picChg chg="add mod ord">
          <ac:chgData name="Rajorshi Bhattacharya" userId="4d20ab4b240bb920" providerId="LiveId" clId="{23C1927D-6E7F-4971-816C-29AAFA7007EE}" dt="2026-06-22T19:13:50.893" v="58" actId="26606"/>
          <ac:picMkLst>
            <pc:docMk/>
            <pc:sldMk cId="1519126828" sldId="261"/>
            <ac:picMk id="5" creationId="{6A935429-52A0-C081-4F83-4FB0790528FC}"/>
          </ac:picMkLst>
        </pc:picChg>
      </pc:sldChg>
      <pc:sldChg chg="addSp modSp new del mod ord modClrScheme chgLayout">
        <pc:chgData name="Rajorshi Bhattacharya" userId="4d20ab4b240bb920" providerId="LiveId" clId="{23C1927D-6E7F-4971-816C-29AAFA7007EE}" dt="2026-06-22T19:35:57.986" v="307" actId="47"/>
        <pc:sldMkLst>
          <pc:docMk/>
          <pc:sldMk cId="2450240533" sldId="262"/>
        </pc:sldMkLst>
        <pc:spChg chg="mod ord">
          <ac:chgData name="Rajorshi Bhattacharya" userId="4d20ab4b240bb920" providerId="LiveId" clId="{23C1927D-6E7F-4971-816C-29AAFA7007EE}" dt="2026-06-22T19:33:54.747" v="289" actId="700"/>
          <ac:spMkLst>
            <pc:docMk/>
            <pc:sldMk cId="2450240533" sldId="262"/>
            <ac:spMk id="2" creationId="{CFF09E0A-4B53-9AE3-63D1-6627E5DE5209}"/>
          </ac:spMkLst>
        </pc:spChg>
        <pc:spChg chg="mod ord">
          <ac:chgData name="Rajorshi Bhattacharya" userId="4d20ab4b240bb920" providerId="LiveId" clId="{23C1927D-6E7F-4971-816C-29AAFA7007EE}" dt="2026-06-22T19:33:54.778" v="291" actId="27636"/>
          <ac:spMkLst>
            <pc:docMk/>
            <pc:sldMk cId="2450240533" sldId="262"/>
            <ac:spMk id="3" creationId="{A32A9A2A-B5A1-1B13-1F53-66D9F79BFBB1}"/>
          </ac:spMkLst>
        </pc:spChg>
        <pc:spChg chg="add mod ord">
          <ac:chgData name="Rajorshi Bhattacharya" userId="4d20ab4b240bb920" providerId="LiveId" clId="{23C1927D-6E7F-4971-816C-29AAFA7007EE}" dt="2026-06-22T19:33:54.778" v="290" actId="27636"/>
          <ac:spMkLst>
            <pc:docMk/>
            <pc:sldMk cId="2450240533" sldId="262"/>
            <ac:spMk id="4" creationId="{2ED77C7B-A11D-4C9A-3249-86AA69CB414A}"/>
          </ac:spMkLst>
        </pc:spChg>
      </pc:sldChg>
      <pc:sldChg chg="addSp modSp new mod modClrScheme chgLayout">
        <pc:chgData name="Rajorshi Bhattacharya" userId="4d20ab4b240bb920" providerId="LiveId" clId="{23C1927D-6E7F-4971-816C-29AAFA7007EE}" dt="2026-06-22T19:35:04.315" v="306" actId="14100"/>
        <pc:sldMkLst>
          <pc:docMk/>
          <pc:sldMk cId="2216165585" sldId="263"/>
        </pc:sldMkLst>
        <pc:spChg chg="mod ord">
          <ac:chgData name="Rajorshi Bhattacharya" userId="4d20ab4b240bb920" providerId="LiveId" clId="{23C1927D-6E7F-4971-816C-29AAFA7007EE}" dt="2026-06-22T19:33:54.747" v="289" actId="700"/>
          <ac:spMkLst>
            <pc:docMk/>
            <pc:sldMk cId="2216165585" sldId="263"/>
            <ac:spMk id="2" creationId="{903C6366-3F13-AC3C-39DD-65A27305D0A8}"/>
          </ac:spMkLst>
        </pc:spChg>
        <pc:spChg chg="mod ord">
          <ac:chgData name="Rajorshi Bhattacharya" userId="4d20ab4b240bb920" providerId="LiveId" clId="{23C1927D-6E7F-4971-816C-29AAFA7007EE}" dt="2026-06-22T19:35:04.315" v="306" actId="14100"/>
          <ac:spMkLst>
            <pc:docMk/>
            <pc:sldMk cId="2216165585" sldId="263"/>
            <ac:spMk id="3" creationId="{D65C82D4-BF14-C85A-4C1A-73962B84E7F2}"/>
          </ac:spMkLst>
        </pc:spChg>
        <pc:spChg chg="add mod ord">
          <ac:chgData name="Rajorshi Bhattacharya" userId="4d20ab4b240bb920" providerId="LiveId" clId="{23C1927D-6E7F-4971-816C-29AAFA7007EE}" dt="2026-06-22T19:34:59.481" v="305" actId="1076"/>
          <ac:spMkLst>
            <pc:docMk/>
            <pc:sldMk cId="2216165585" sldId="263"/>
            <ac:spMk id="4" creationId="{388ECE07-C74B-DA8B-6570-409A843F85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79F7-537D-ADDA-87F9-B9715D692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BF7C1-3B1D-2E0F-AF96-CFBA5562A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5F4A1-B8BA-25EC-0A1D-FF810E0A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D3774-C5E7-F0C7-AC95-3468A0F2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70257-AE8F-4D80-E759-CEA2850E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660D-AF9E-3306-C653-ACFE702E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CEBA-DDD2-B1D9-E499-E915F78AE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8D25F-789A-80E4-5857-492DC3EC1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9710D-493E-968A-F371-EF9B61F7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A3E9A-C739-7415-F476-90D9618E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29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5D78-0E2E-4E9C-949C-B06FC24A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1E6F1-ED63-EEAF-1647-339FD4386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79CB2-435B-0579-98A3-69CE7499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8C5B-56AE-D4E9-D051-F248291C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6E9D-1D60-4EE4-A297-23FF7585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5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F787-3AFF-2C82-629C-504D6FC4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1B078-5468-05F1-1825-71E530BDD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3E0F9-93BB-1F76-CA68-9F4860A55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DE1A2-BA57-150F-6362-9F8928E1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D9520-39D3-9681-EEAA-9E025EE73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D4496-68BC-A8CB-EA3D-23BACD4D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6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16DF-ACF3-BC6A-3A5C-771BC722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ACF3-4E47-C8E8-D132-9F575D5DC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5B479-97E4-01FA-DF81-2E6BCD938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42C90-6951-036A-14A1-EA2462164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CAFF1-5E6E-EC87-6AE9-B8D9B6130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59959-EC3F-AE29-1F3B-BD2E97AC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10157-1BBD-B34E-071A-75B059F8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56C141-8614-9628-8084-207A0132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0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CA1A-3664-EED2-120F-0EFACDD4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9C895-F3EC-2D42-D71E-2D335B59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48048-C302-16C6-5A59-C9838137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F60C3-38BD-3922-1BEC-40B987CE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4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11638-2A02-337F-B722-5F1E9EFB2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617FC-388F-5BDE-F1C1-1CA76ED0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13776-4979-2CC6-C647-3D5E3993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9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6A65-2AF9-AA7B-B227-AFC32539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7CCED-D0DA-E9CB-E69D-4DFCF5A03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1942D-4F0D-424B-B7A4-53FADE48D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0D3C7-DD02-AE50-A03A-07B8D409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10D5D-296D-E467-D5C6-FBAB4E1C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B05CD-5697-A30C-6B28-9A27F56A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7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AB5C-4A9E-17FF-3113-121D9F5A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DA9DE-9A79-E92D-1472-11FD0709F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438E2-C2A9-8534-D735-FF257291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FF6F3-469E-87A9-6ABC-50232B1F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002AA-7488-9E58-8B11-10AEFD5E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60D59-FC1F-51DD-C413-F07690C87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24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C571-FBC9-E8C5-6FBE-8B24148AF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0868C-9D94-2C9E-8532-15BC85DAC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BF615-12DE-0389-26DE-7BC7ABE23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434BF-205D-4D08-529E-53BBC2E0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88C49-7BBC-3A7A-22C1-7E1683D6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C37ED-56D5-549F-6CEF-1402F1B01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D4562-1F24-7039-6C65-E26C30249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783BD-C68F-3581-EBBD-074B554F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C8165-38D5-8072-B02E-E272FB6A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49EF7-C220-ADF5-2B16-35A4A1FB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8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8E0BA-8981-406C-1218-8191BF92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3B869-D51F-6633-DCDD-73F9EBCE1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6D914-4B8C-CFA2-9D5C-0F5BEA73F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0D9CF-59C8-4ADC-932A-E908C6387A6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4D30B-C59D-7757-A7CB-537F96EFE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0FC90-0474-E886-9CE7-57BAEB1F0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E29A6-D38E-4BD4-BEC5-5F0F44E14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4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F741-D43C-606C-5757-F8BEEAD28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74CD9-DE03-CBFA-3B79-6CD0C574A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2D Array Memory Representation </a:t>
            </a:r>
          </a:p>
        </p:txBody>
      </p:sp>
    </p:spTree>
    <p:extLst>
      <p:ext uri="{BB962C8B-B14F-4D97-AF65-F5344CB8AC3E}">
        <p14:creationId xmlns:p14="http://schemas.microsoft.com/office/powerpoint/2010/main" val="405502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CADF2E-35AE-4B15-9B96-45D59D13F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811844" y="457200"/>
            <a:ext cx="1056831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1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2E2AE-0596-7529-7626-E83A19688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0"/>
          <a:stretch>
            <a:fillRect/>
          </a:stretch>
        </p:blipFill>
        <p:spPr>
          <a:xfrm>
            <a:off x="1143006" y="643467"/>
            <a:ext cx="990598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1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A68C43-69EE-EEA6-51B5-B388F122C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5" b="1381"/>
          <a:stretch>
            <a:fillRect/>
          </a:stretch>
        </p:blipFill>
        <p:spPr>
          <a:xfrm>
            <a:off x="811803" y="457200"/>
            <a:ext cx="1056839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9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2CD84A-F2EC-1704-AA18-EC4BA2916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84" b="3494"/>
          <a:stretch>
            <a:fillRect/>
          </a:stretch>
        </p:blipFill>
        <p:spPr>
          <a:xfrm>
            <a:off x="811795" y="457200"/>
            <a:ext cx="1056840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4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935429-52A0-C081-4F83-4FB079052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0"/>
          <a:stretch>
            <a:fillRect/>
          </a:stretch>
        </p:blipFill>
        <p:spPr>
          <a:xfrm>
            <a:off x="811806" y="457200"/>
            <a:ext cx="1056838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26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6366-3F13-AC3C-39DD-65A27305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Given, </a:t>
            </a:r>
            <a:br>
              <a:rPr lang="en-US" dirty="0"/>
            </a:br>
            <a:r>
              <a:rPr lang="en-US" dirty="0"/>
              <a:t>Data (-2:10, -5:5)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C82D4-BF14-C85A-4C1A-73962B84E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" y="1883814"/>
            <a:ext cx="586185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Row = L_1 = -2</a:t>
            </a:r>
          </a:p>
          <a:p>
            <a:r>
              <a:rPr lang="en-US" dirty="0"/>
              <a:t>Row = U_1 = 10</a:t>
            </a:r>
          </a:p>
          <a:p>
            <a:r>
              <a:rPr lang="en-US" dirty="0"/>
              <a:t>Column = L_2 = -5</a:t>
            </a:r>
          </a:p>
          <a:p>
            <a:r>
              <a:rPr lang="en-US" dirty="0"/>
              <a:t>Column = U_2 = 5</a:t>
            </a:r>
          </a:p>
          <a:p>
            <a:r>
              <a:rPr lang="en-US" dirty="0"/>
              <a:t>Base Address = B = 400</a:t>
            </a:r>
          </a:p>
          <a:p>
            <a:r>
              <a:rPr lang="en-US" dirty="0"/>
              <a:t>Size of each memory cell = Word size = W = 4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ECE07-C74B-DA8B-6570-409A843F8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0949" y="1883814"/>
            <a:ext cx="5275811" cy="413142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Total Rows, M:</a:t>
            </a:r>
            <a:endParaRPr lang="en-US" dirty="0"/>
          </a:p>
          <a:p>
            <a:r>
              <a:rPr lang="en-US" dirty="0"/>
              <a:t>M = (U_1 - L_1) + 1</a:t>
            </a:r>
          </a:p>
          <a:p>
            <a:r>
              <a:rPr lang="en-US" dirty="0"/>
              <a:t>M = (10 - (-2)) + 1 = 10 + 2 + 1 = 13</a:t>
            </a:r>
          </a:p>
          <a:p>
            <a:r>
              <a:rPr lang="en-US" b="1" dirty="0"/>
              <a:t>Total Columns, N:</a:t>
            </a:r>
            <a:endParaRPr lang="en-US" dirty="0"/>
          </a:p>
          <a:p>
            <a:r>
              <a:rPr lang="en-US" dirty="0"/>
              <a:t>N = (U_2 - L_2) + 1</a:t>
            </a:r>
          </a:p>
          <a:p>
            <a:r>
              <a:rPr lang="en-US" dirty="0"/>
              <a:t>N = (5 - (-5)) + 1 = 5 + 5 + 1 = 11</a:t>
            </a:r>
          </a:p>
          <a:p>
            <a:endParaRPr lang="en-US" b="1" dirty="0"/>
          </a:p>
          <a:p>
            <a:r>
              <a:rPr lang="en-US" dirty="0"/>
              <a:t>Total Elements = M x N = 13 x 11 = 143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16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149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Data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Given,  Data (-2:10, -5:5)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Rajorshi Bhattacharya</dc:creator>
  <cp:lastModifiedBy>Rajorshi Bhattacharya</cp:lastModifiedBy>
  <cp:revision>1</cp:revision>
  <dcterms:created xsi:type="dcterms:W3CDTF">2026-06-22T19:09:53Z</dcterms:created>
  <dcterms:modified xsi:type="dcterms:W3CDTF">2026-06-22T19:36:06Z</dcterms:modified>
</cp:coreProperties>
</file>